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046" autoAdjust="0"/>
    <p:restoredTop sz="94660"/>
  </p:normalViewPr>
  <p:slideViewPr>
    <p:cSldViewPr>
      <p:cViewPr>
        <p:scale>
          <a:sx n="150" d="100"/>
          <a:sy n="150" d="100"/>
        </p:scale>
        <p:origin x="-912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A0E49-F96D-4478-A0B4-CB89B3577F6B}" type="datetimeFigureOut">
              <a:rPr lang="ko-KR" altLang="en-US" smtClean="0"/>
              <a:pPr/>
              <a:t>2025-05-26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93A42-2DFB-465E-AE88-EC6D4EC2B5F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720" y="60648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428596" y="1392298"/>
            <a:ext cx="77153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500034" y="2176528"/>
            <a:ext cx="77153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406" y="1249422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웹 서버</a:t>
            </a:r>
            <a:endParaRPr lang="ko-KR" alt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56796" y="2059382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웹 클라이언트</a:t>
            </a:r>
            <a:endParaRPr lang="ko-KR" alt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285720" y="2678182"/>
            <a:ext cx="8691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rest_list.jsp</a:t>
            </a:r>
            <a:endParaRPr lang="ko-KR" altLang="en-US" sz="1100" dirty="0"/>
          </a:p>
        </p:txBody>
      </p:sp>
      <p:cxnSp>
        <p:nvCxnSpPr>
          <p:cNvPr id="10" name="직선 화살표 연결선 9"/>
          <p:cNvCxnSpPr/>
          <p:nvPr/>
        </p:nvCxnSpPr>
        <p:spPr>
          <a:xfrm rot="5400000" flipH="1" flipV="1">
            <a:off x="250001" y="1785207"/>
            <a:ext cx="150019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rot="16200000" flipH="1">
            <a:off x="607191" y="1856645"/>
            <a:ext cx="1857388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5941" y="606480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000100" y="947152"/>
            <a:ext cx="7473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rest_list.jsp</a:t>
            </a:r>
            <a:endParaRPr lang="ko-KR" altLang="en-US" sz="900" dirty="0"/>
          </a:p>
        </p:txBody>
      </p:sp>
      <p:sp>
        <p:nvSpPr>
          <p:cNvPr id="14" name="TextBox 13"/>
          <p:cNvSpPr txBox="1"/>
          <p:nvPr/>
        </p:nvSpPr>
        <p:spPr>
          <a:xfrm>
            <a:off x="1428728" y="214290"/>
            <a:ext cx="8018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 smtClean="0"/>
              <a:t>맛집</a:t>
            </a:r>
            <a:r>
              <a:rPr lang="ko-KR" altLang="en-US" sz="900" dirty="0" smtClean="0"/>
              <a:t> 리스트</a:t>
            </a:r>
            <a:endParaRPr lang="ko-KR" altLang="en-US" sz="900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1957" y="500042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3286116" y="840714"/>
            <a:ext cx="10839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/>
              <a:t>write_rest_frm.jsp</a:t>
            </a:r>
            <a:endParaRPr lang="ko-KR" altLang="en-US" sz="900" dirty="0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3840" y="642918"/>
            <a:ext cx="310386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5747999" y="983590"/>
            <a:ext cx="9589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my_process.jsp</a:t>
            </a:r>
            <a:endParaRPr lang="ko-KR" alt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6143636" y="357166"/>
            <a:ext cx="3239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-</a:t>
            </a:r>
            <a:r>
              <a:rPr lang="ko-KR" altLang="en-US" sz="900" dirty="0" err="1" smtClean="0"/>
              <a:t>파라메터전송방식이므로</a:t>
            </a:r>
            <a:endParaRPr lang="en-US" altLang="ko-KR" sz="900" dirty="0" smtClean="0"/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&lt;</a:t>
            </a:r>
            <a:r>
              <a:rPr lang="en-US" altLang="ko-KR" sz="900" dirty="0" err="1" smtClean="0"/>
              <a:t>jsp:useBean</a:t>
            </a:r>
            <a:r>
              <a:rPr lang="en-US" altLang="ko-KR" sz="900" dirty="0" smtClean="0"/>
              <a:t> id=“” class=“” scope=“”/&gt;</a:t>
            </a:r>
          </a:p>
          <a:p>
            <a:r>
              <a:rPr lang="en-US" altLang="ko-KR" sz="900" dirty="0" smtClean="0"/>
              <a:t> &lt;</a:t>
            </a:r>
            <a:r>
              <a:rPr lang="en-US" altLang="ko-KR" sz="900" dirty="0" err="1" smtClean="0"/>
              <a:t>jsp:setProperty</a:t>
            </a:r>
            <a:r>
              <a:rPr lang="en-US" altLang="ko-KR" sz="900" dirty="0" smtClean="0"/>
              <a:t> name=“” property=“*” /&gt;</a:t>
            </a:r>
          </a:p>
          <a:p>
            <a:r>
              <a:rPr lang="en-US" altLang="ko-KR" sz="900" dirty="0"/>
              <a:t> </a:t>
            </a:r>
            <a:r>
              <a:rPr lang="en-US" altLang="ko-KR" sz="900" dirty="0" smtClean="0"/>
              <a:t>          </a:t>
            </a:r>
            <a:r>
              <a:rPr lang="ko-KR" altLang="en-US" sz="900" dirty="0" smtClean="0"/>
              <a:t>를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사용하여 모든 </a:t>
            </a:r>
            <a:r>
              <a:rPr lang="ko-KR" altLang="en-US" sz="900" dirty="0" err="1" smtClean="0"/>
              <a:t>파라메터를</a:t>
            </a:r>
            <a:r>
              <a:rPr lang="ko-KR" altLang="en-US" sz="900" dirty="0" smtClean="0"/>
              <a:t> 손쉽게 받을 수 있다</a:t>
            </a:r>
            <a:r>
              <a:rPr lang="en-US" altLang="ko-KR" sz="900" dirty="0" smtClean="0"/>
              <a:t>.</a:t>
            </a:r>
          </a:p>
          <a:p>
            <a:r>
              <a:rPr lang="en-US" altLang="ko-KR" sz="900" dirty="0" smtClean="0"/>
              <a:t>           id</a:t>
            </a:r>
            <a:r>
              <a:rPr lang="ko-KR" altLang="en-US" sz="900" dirty="0" smtClean="0"/>
              <a:t>를 세션에서 얻어와서 </a:t>
            </a:r>
            <a:r>
              <a:rPr lang="en-US" altLang="ko-KR" sz="900" dirty="0" smtClean="0"/>
              <a:t>Db table</a:t>
            </a:r>
            <a:r>
              <a:rPr lang="ko-KR" altLang="en-US" sz="900" dirty="0" smtClean="0"/>
              <a:t>에 레코드를</a:t>
            </a:r>
            <a:endParaRPr lang="en-US" altLang="ko-KR" sz="900" dirty="0" smtClean="0"/>
          </a:p>
          <a:p>
            <a:r>
              <a:rPr lang="en-US" altLang="ko-KR" sz="900" dirty="0" smtClean="0"/>
              <a:t>              </a:t>
            </a:r>
            <a:r>
              <a:rPr lang="ko-KR" altLang="en-US" sz="900" dirty="0" smtClean="0"/>
              <a:t>변경한다</a:t>
            </a:r>
            <a:r>
              <a:rPr lang="en-US" altLang="ko-KR" sz="900" dirty="0" smtClean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4744" y="357166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smtClean="0"/>
              <a:t>지도를 제공한 입력 폼</a:t>
            </a:r>
            <a:endParaRPr lang="ko-KR" altLang="en-US" sz="900" dirty="0"/>
          </a:p>
        </p:txBody>
      </p:sp>
      <p:cxnSp>
        <p:nvCxnSpPr>
          <p:cNvPr id="24" name="직선 화살표 연결선 23"/>
          <p:cNvCxnSpPr/>
          <p:nvPr/>
        </p:nvCxnSpPr>
        <p:spPr>
          <a:xfrm rot="16200000" flipH="1">
            <a:off x="2958518" y="1827772"/>
            <a:ext cx="1714512" cy="202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56</Words>
  <Application>Microsoft Office PowerPoint</Application>
  <PresentationFormat>화면 슬라이드 쇼(4:3)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4</cp:revision>
  <dcterms:created xsi:type="dcterms:W3CDTF">2025-05-23T00:13:23Z</dcterms:created>
  <dcterms:modified xsi:type="dcterms:W3CDTF">2025-05-25T23:52:41Z</dcterms:modified>
</cp:coreProperties>
</file>